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hard is it to map old forest in Maine?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multi-method uncertainty assessment, and a caution for conservation prioritization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 Weiskittel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 |  University of Maine  |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now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222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$200–300 million</a:t>
            </a:r>
            <a:pPr algn="ctr" indent="0" marL="0">
              <a:buNone/>
            </a:pPr>
            <a:endParaRPr lang="en-US" sz="4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cost to protect the “top 50%” of LSOG patches</a:t>
            </a:r>
            <a:endParaRPr lang="en-US" sz="4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single LiDAR map (Thompson et al. 2026, informing LD 1529)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280160" y="4114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LD 1529 requires a statewide LSOG conservation strategy by November 2026. When one map becomes the basis for patch-level spending at this scale, the map’s uncertainty is a first-order question.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map is being turned into hundreds of millions in conservation priorities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credible ways to map LSOG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356616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91440" cy="35661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 Hagan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on 8 airborne-LiDAR canopy metrics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canopy shape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474720" cy="356616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0" y="1463040"/>
            <a:ext cx="91440" cy="3566160"/>
          </a:xfrm>
          <a:prstGeom prst="rect">
            <a:avLst/>
          </a:prstGeom>
          <a:solidFill>
            <a:srgbClr val="2C7FB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7FB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 v5.1-GEDI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field-structure class, calibrated to GEDI canopy height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4114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field structure, mapped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356616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1463040"/>
            <a:ext cx="91440" cy="35661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M3 Potapov-direct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22860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GEDI canopy height ≥ 18 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4114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tall canopy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8978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v5.1 field class: OG matches independent national estimate (0.128% vs 0.130%); OG carbon 2.6–3.6× non-LSOG.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defensible target is FIA field structure; GEDI height is the best wall-to-wall predictor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They disagree on how much</a:t>
            </a:r>
            <a:endParaRPr lang="en-US" sz="2900" dirty="0"/>
          </a:p>
        </p:txBody>
      </p:sp>
      <p:pic>
        <p:nvPicPr>
          <p:cNvPr id="3" name="Image 0" descr="figs/u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71600"/>
            <a:ext cx="7498080" cy="443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2560" y="182880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222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1.6×</a:t>
            </a:r>
            <a:pPr algn="ctr" indent="0" marL="0">
              <a:buNone/>
            </a:pPr>
            <a:endParaRPr lang="en-US" sz="48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Hagan vs the</a:t>
            </a:r>
            <a:endParaRPr lang="en-US" sz="48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GEDI methods</a:t>
            </a:r>
            <a:endParaRPr lang="en-US" sz="4800" dirty="0"/>
          </a:p>
          <a:p>
            <a:pPr algn="ctr" indent="0" marL="0">
              <a:buNone/>
            </a:pPr>
            <a:endParaRPr lang="en-US" sz="4800" dirty="0"/>
          </a:p>
          <a:p>
            <a:pPr algn="ctr" indent="0" marL="0">
              <a:buNone/>
            </a:pPr>
            <a:endParaRPr lang="en-US" sz="48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2.5×</a:t>
            </a:r>
            <a:endParaRPr lang="en-US" sz="4800" dirty="0"/>
          </a:p>
          <a:p>
            <a:pPr algn="ctr" indent="0" marL="0">
              <a:buNone/>
            </a:pPr>
            <a:endParaRPr lang="en-US" sz="4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swing within</a:t>
            </a:r>
            <a:endParaRPr lang="en-US" sz="4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method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much LSOG is there?” has no single answer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They disagree on where, much more</a:t>
            </a:r>
            <a:endParaRPr lang="en-US" sz="2900" dirty="0"/>
          </a:p>
        </p:txBody>
      </p:sp>
      <p:pic>
        <p:nvPicPr>
          <p:cNvPr id="3" name="Image 0" descr="figs/M_three_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112471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24 km window. Hagan (green) flags far more forest, in different places, than the GEDI-based maps (blue, gold).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4 of every 5 LSOG hectares are flagged by one method but not the other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LSOG footprint is mostly method-dependent</a:t>
            </a:r>
            <a:endParaRPr lang="en-US" sz="2900" dirty="0"/>
          </a:p>
        </p:txBody>
      </p:sp>
      <p:pic>
        <p:nvPicPr>
          <p:cNvPr id="3" name="Image 0" descr="figs/u_concord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71600"/>
            <a:ext cx="5120640" cy="443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75120" y="18288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21%</a:t>
            </a:r>
            <a:pPr indent="0" marL="0">
              <a:buNone/>
            </a:pPr>
            <a:endParaRPr lang="en-US" sz="40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the flagged footprint is</a:t>
            </a:r>
            <a:endParaRPr lang="en-US" sz="40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by all three methods</a:t>
            </a:r>
            <a:endParaRPr lang="en-US" sz="4000" dirty="0"/>
          </a:p>
          <a:p>
            <a:pPr indent="0" marL="0">
              <a:buNone/>
            </a:pPr>
            <a:endParaRPr lang="en-US" sz="4000" dirty="0"/>
          </a:p>
          <a:p>
            <a:pPr indent="0" marL="0">
              <a:buNone/>
            </a:pPr>
            <a:endParaRPr lang="en-US" sz="4000" dirty="0"/>
          </a:p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53%</a:t>
            </a:r>
            <a:endParaRPr lang="en-US" sz="4000" dirty="0"/>
          </a:p>
          <a:p>
            <a:pPr indent="0" marL="0">
              <a:buNone/>
            </a:pPr>
            <a:endParaRPr lang="en-US" sz="40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flagged by a single</a:t>
            </a:r>
            <a:endParaRPr lang="en-US" sz="40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alone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of the mapped LSOG depends on which method you choose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method matches the field plots well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kappa 0.06 – 0.21</a:t>
            </a:r>
            <a:pPr algn="ctr" indent="0" marL="0">
              <a:buNone/>
            </a:pPr>
            <a:endParaRPr lang="en-US" sz="4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 of every method with the FIA field-structure</a:t>
            </a:r>
            <a:endParaRPr lang="en-US" sz="4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at 1,760 plots (plot-level to wall-to-wall)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280160" y="402336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the FIA-calibrated GEDI product reaches only 0.063 plot-by-plot. Canopy height alone cannot resolve the tree-level structure that defines LSOG. The field class is itself a proxy for a continuous, fuzzy property — there is no clean ground truth.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LSOG is inherently continuous and fuzzy; every product is an uncertain estimate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conservation spending</a:t>
            </a:r>
            <a:endParaRPr lang="en-US" sz="2900" dirty="0"/>
          </a:p>
        </p:txBody>
      </p:sp>
      <p:pic>
        <p:nvPicPr>
          <p:cNvPr id="3" name="Image 0" descr="figs/u_frag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676656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38160" y="182880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222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70–84%</a:t>
            </a:r>
            <a:pPr indent="0" marL="0">
              <a:buNone/>
            </a:pPr>
            <a:endParaRPr lang="en-US" sz="4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the prioritized hectares</a:t>
            </a:r>
            <a:endParaRPr lang="en-US" sz="4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 depending on which</a:t>
            </a:r>
            <a:endParaRPr lang="en-US" sz="42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you trust</a:t>
            </a:r>
            <a:endParaRPr lang="en-US" sz="4200" dirty="0"/>
          </a:p>
          <a:p>
            <a:pPr indent="0" marL="0">
              <a:buNone/>
            </a:pPr>
            <a:endParaRPr lang="en-US" sz="4200" dirty="0"/>
          </a:p>
          <a:p>
            <a:pPr indent="0" marL="0">
              <a:buNone/>
            </a:pPr>
            <a:endParaRPr lang="en-US" sz="42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$200–300M program would</a:t>
            </a:r>
            <a:endParaRPr lang="en-US" sz="4200" dirty="0"/>
          </a:p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 largely different forest.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uncertainty, not just the headline total, is the operative risk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real disagreement, not a reproduction error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94.2% vs 94.1%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reproduced Hagan’s model exactly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kappa 0.97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0" y="3200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Islands raster equals the published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0" y="3200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20-seed, fuzz, and bootstrap checks all hold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divergence reflects genuine methodological differences in defining LSOG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do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31520" y="1627632"/>
            <a:ext cx="146304" cy="14630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44752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LSOG extent as a range across methods with explicit uncertainty, not one number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679192"/>
            <a:ext cx="146304" cy="14630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96312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single-map patch-level prioritization for large spending with caution; field-verify before acquisition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30752"/>
            <a:ext cx="146304" cy="14630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47872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 the mappable definition in FIA field structure (v5.1) with GEDI height as predictor — most defensible, still one estimate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782312"/>
            <a:ext cx="146304" cy="14630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599432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informing LD 1529 should carry the mapping uncertainty in the headline, not the appendix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maps as uncertain guidance, not as precise spending blueprints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/ comments?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2026-06-09T15:50:38Z</dcterms:created>
  <dcterms:modified xsi:type="dcterms:W3CDTF">2026-06-09T15:50:38Z</dcterms:modified>
</cp:coreProperties>
</file>