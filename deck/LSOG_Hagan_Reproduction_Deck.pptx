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D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10881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Reproducing and stress-testing the Hagan 2026 LSOG map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0175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full unorganized-townships cross-validation of the FIA-based v5.1 classifier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Weiskittel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484632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B5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  |  June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new data unblocked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32918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82296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data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463 plots with the 8 LiDAR canopy metrics and full ground vegetation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474720" cy="32918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0" y="1463040"/>
            <a:ext cx="82296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RF recipe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random forest code (Ecosphere_code.Rmd)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32918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138160" y="1463040"/>
            <a:ext cx="82296" cy="329184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3" name="Text 11"/>
          <p:cNvSpPr/>
          <p:nvPr/>
        </p:nvSpPr>
        <p:spPr>
          <a:xfrm>
            <a:off x="836676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Wall-to-wall grid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228600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metrics for every hectare in the 4.2 M ha AOI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937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6 was blocked on Hagan's raster; Phase 9 had only the Pingree subset (n=125).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Hagan et al. (2026). Zenodo 10.5281/zenodo.19696494.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Zenodo deposit removed the exact barrier our project had been stuck on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published model reproduces faithfully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94.2%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accuracy (published 94.1%)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cano_cover_15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predictor (matches paper)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0" y="2194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86.6%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0" y="32004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four-class OOB accuracy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Refit on the 463 training hectares, fixed seed.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can reproduce Hagan's published classifier from the public deposit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Wall-to-wall areas match the published map</a:t>
            </a:r>
            <a:endParaRPr lang="en-US" sz="3000" dirty="0"/>
          </a:p>
        </p:txBody>
      </p:sp>
      <p:pic>
        <p:nvPicPr>
          <p:cNvPr id="3" name="Image 0" descr="figs/fig_walltow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94944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6384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180,000 ha</a:t>
            </a:r>
            <a:pPr algn="ctr" indent="0" marL="0">
              <a:buNone/>
            </a:pPr>
            <a:endParaRPr lang="en-US" sz="3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reproduced LS + OGL</a:t>
            </a:r>
            <a:endParaRPr lang="en-US" sz="3400" dirty="0"/>
          </a:p>
          <a:p>
            <a:pPr algn="ctr" indent="0" marL="0">
              <a:buNone/>
            </a:pPr>
            <a:endParaRPr lang="en-US" sz="3400" dirty="0"/>
          </a:p>
          <a:p>
            <a:pPr algn="ctr" indent="0" marL="0">
              <a:buNone/>
            </a:pPr>
            <a:endParaRPr lang="en-US" sz="34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161,881 ha</a:t>
            </a:r>
            <a:endParaRPr lang="en-US" sz="3400" dirty="0"/>
          </a:p>
          <a:p>
            <a:pPr algn="ctr" indent="0" marL="0">
              <a:buNone/>
            </a:pPr>
            <a:endParaRPr lang="en-US" sz="3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589788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Hagan et al. (2026). Ecosphere 17:e70670, Table 7.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OGL reproduces almost exactly; the small LS+OGL gap is the study-area denominator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Full-UT cross-validation: 1,760 plots, not 125</a:t>
            </a:r>
            <a:endParaRPr lang="en-US" sz="3000" dirty="0"/>
          </a:p>
        </p:txBody>
      </p:sp>
      <p:pic>
        <p:nvPicPr>
          <p:cNvPr id="3" name="Image 0" descr="figs/fig_crossv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04088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55280" y="173736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 = 1,760</a:t>
            </a:r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plots in the UT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(14x the Pingree sample)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kappa = 0.12</a:t>
            </a:r>
            <a:endParaRPr lang="en-US" sz="3000" dirty="0"/>
          </a:p>
          <a:p>
            <a:pPr algn="ctr" indent="0" marL="0">
              <a:buNone/>
            </a:pP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plot-by-plot</a:t>
            </a:r>
            <a:endParaRPr lang="en-US" sz="3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agreement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landscape total, but the FIA proxy and LiDAR disagree plot by plot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 two methods diverge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94960" cy="356616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82296" cy="35661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Hagan (LiDAR canopy)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canopy gaps from skid trails and selective harvest that FIA tree records miss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disturbance to canopy structure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94960" cy="356616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463040"/>
            <a:ext cx="82296" cy="3566160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6459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5A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v5.1 (FIA tree-level)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Weights large-tree basal area, snags, structure, and stand age, which change after partial harvest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4206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Sees disturbance to tree attributes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combined LS+OG category is policy-stable across methods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findings are robust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2344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82296" cy="123444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20-seed ensemble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LS+OGL 4.23% (SD 0.06); kappa 0.128 (SD 0.004)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12344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971800"/>
            <a:ext cx="82296" cy="123444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Coordinate-fuzz (1 km)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846320" y="310896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kappa 0.12 to 0.21; still fair-to-weak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1234440"/>
          </a:xfrm>
          <a:prstGeom prst="rect">
            <a:avLst/>
          </a:prstGeom>
          <a:solidFill>
            <a:srgbClr val="F4F7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4389120"/>
            <a:ext cx="82296" cy="123444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5262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Bootstrap (B=2,000)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46320" y="4526280"/>
            <a:ext cx="6492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shares in non-overlapping 95% intervals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Reproduction and weak agreement both hold under noise, fuzzing, and resampling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equals the published model</a:t>
            </a:r>
            <a:endParaRPr lang="en-US" sz="3000" dirty="0"/>
          </a:p>
        </p:txBody>
      </p:sp>
      <p:pic>
        <p:nvPicPr>
          <p:cNvPr id="3" name="Image 0" descr="figs/fig_sil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731520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46720" y="2011680"/>
            <a:ext cx="3657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kappa 0.97</a:t>
            </a:r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vs published model</a:t>
            </a:r>
            <a:endParaRPr lang="en-US" sz="32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(289,703 pixels)</a:t>
            </a: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endParaRPr lang="en-US" sz="32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Validates the</a:t>
            </a:r>
            <a:endParaRPr lang="en-US" sz="32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9 work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privately shared Seven Islands raster is the same product as the published model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62763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6304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Hagan's published numbers are reproducible and can be cited as the authoritative LiDAR benchmark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58775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Always state the classification method; FIA-proxy and LiDAR products are not interchangeable plot by plot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54787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3832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Manuscript cross-validation and Limitations updated to the full-UT result and SILC equivalence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4507992"/>
            <a:ext cx="146304" cy="146304"/>
          </a:xfrm>
          <a:prstGeom prst="rect">
            <a:avLst/>
          </a:prstGeom>
          <a:solidFill>
            <a:srgbClr val="C5A55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343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Reproduced 100 m classification raster saved for ownership and size-class analysis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26364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benchmark, a robust cross-validation, and a clear methods caveat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/ comments?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1A3D28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2026-06-09T15:28:43Z</dcterms:created>
  <dcterms:modified xsi:type="dcterms:W3CDTF">2026-06-09T15:28:43Z</dcterms:modified>
</cp:coreProperties>
</file>